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748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TOTAL TRAC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Apresentação dos Resultados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D6F0FA"/>
                </a:solidFill>
              </a:rPr>
              <a:t>JULHO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748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RESULTADO DE INDICADORES DO COMERCIAL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JULHO DE 2026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07782"/>
                </a:solidFill>
              </a:rPr>
              <a:t>META MENSAL DE JULHO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8FCE"/>
                </a:solidFill>
              </a:rPr>
              <a:t>R$ 14.400,00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748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6F0FA"/>
                </a:solidFill>
              </a:rPr>
              <a:t>VALOR REALIZADO DE JULHO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R$ 14.025,62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F0FA"/>
                </a:solidFill>
              </a:rPr>
              <a:t>Acompanhamento mensal Meta × Realizado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07782"/>
                </a:solidFill>
              </a:rPr>
              <a:t>SALDO DA META MENSAL DE JULHO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C3E2C"/>
                </a:solidFill>
              </a:rPr>
              <a:t>-R$ 374,38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82"/>
                </a:solidFill>
              </a:rPr>
              <a:t>97,40% da meta atingida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BA5"/>
                </a:solidFill>
              </a:rPr>
              <a:t>META × REALIZADO —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37"/>
                </a:solidFill>
              </a:rPr>
              <a:t>Janeiro a Julho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31089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Mês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Meta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Janeiro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R$ 14.400,00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R$ 7.776,29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Fevereiro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R$ 14.400,00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R$ 4.474,44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Março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R$ 14.400,00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R$ 10.143,00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Abril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R$ 14.400,00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R$ 5.885,51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40,87%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R$ 14.400,00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R$ 12.535,41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R$ 14.400,00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R$ 16.024,14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111,28%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Julho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R$ 14.400,00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R$ 14.025,62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748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6F0FA"/>
                </a:solidFill>
              </a:rPr>
              <a:t>RESULTADO ACUMULADO 2026 — JAN A JUL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R$ 70.864,41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F0FA"/>
                </a:solidFill>
              </a:rPr>
              <a:t>Meta: R$ 100.800,00 · 70,30% da meta · Saldo: -R$ 29.935,59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BA5"/>
                </a:solidFill>
              </a:rPr>
              <a:t>VENDIDO POR VENDEDOR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37"/>
                </a:solidFill>
              </a:rPr>
              <a:t>Julho de 2026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1920240"/>
                <a:gridCol w="21031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Vendedor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Mensalidade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R$ 56.176,00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R$ 9.562,00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Daniel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R$ 3.898,80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R$ 2.765,61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Ronan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R$ 2.567,00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R$ 1.638,11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Kauê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R$ 59,90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R$ 62.641,80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R$ 14.025,62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BA5"/>
                </a:solidFill>
              </a:rPr>
              <a:t>PRODUTOS MAIS VENDIDOS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37"/>
                </a:solidFill>
              </a:rPr>
              <a:t>Julho de 2026 — top 8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  <a:gridCol w="1965960"/>
                <a:gridCol w="1965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Mensalidade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Safe Plus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R$ 34.900,00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R$ 1.599,00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AUTO 4G COM BLOQUEIO REMOTO E BUZZER DE VELOCIDADE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R$ 12.750,00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R$ 4.420,00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PLUG AND PLAY 4G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R$ 7.591,80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R$ 4.185,70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AUTO 4G COM IDENTIFICADOR DE MOTORISTA AVISO DE IDENTIFICAÇÃO LOCAÇÃO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R$ 1.196,00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R$ 279,60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MAQUINA LOCAÇÃO 4G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R$ 995,00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R$ 345,00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Carreta 4G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R$ 199,00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R$ 1.097,30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CARRETA 4G LOCAÇÃO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R$ 897,00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R$ 261,81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EASY 4G LOCAÇÃO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R$ 595,00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R$ 229,50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R$ 59.123,80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R$ 12.417,91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FB4BD"/>
                </a:solidFill>
              </a:rPr>
              <a:t>JULHO DE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CLIENTES FECHADOS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POR VENDEDOR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VENDEDOR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Bete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FCE"/>
                </a:solidFill>
              </a:rPr>
              <a:t>6 clientes · R$ 65.738,00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BARRA MANSA COM CARNES DERIVADOS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CIFAL COMERCIAL DE TABACOS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CITROSUCO S/A AGROINDUSTRIA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Phenix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SETE TECNOLOGIA EM TRATAMENTO DE RESIDUOS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SOMA AMBIENTAL, TRATAMENTO E DISPOSICAO DE RESIDUOS S.A.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VENDEDOR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Daniel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FCE"/>
                </a:solidFill>
              </a:rPr>
              <a:t>4 clientes · R$ 6.664,41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CAMARGO TRANSPORTES DE CARGAS EM GERAL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JOANINI TRANSPORTE RODOVIARIO DE CARGAS EIRELI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JR LOGISTICA E TRANSPORTES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TRANSGODOY TRANSPORTES DE CARGAS EM GERAL LTDA.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VENDEDOR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Ronan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FCE"/>
                </a:solidFill>
              </a:rPr>
              <a:t>7 clientes · R$ 4.205,11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ANA CLAUDIA ARAUJO ALMEIDA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Bertolais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LUKROS COMERCIO DE PRODUTOS ALIMENTICIOS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NATALIA TRANSPORTES E TURISMO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Rodominas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STANGHERLIN &amp; ROCHA LTDA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VM COMERCIO DE EQUIPAMENTOS AGRICOLAS E SOLUCOES DE PRECISAO LTDA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VENDEDOR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Kauê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FCE"/>
                </a:solidFill>
              </a:rPr>
              <a:t>1 cliente · R$ 59,90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F37"/>
                </a:solidFill>
              </a:rPr>
              <a:t>S DE S BRAGANCA PRODUTOS ALIMENTICIOS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F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FB4BD"/>
                </a:solidFill>
              </a:rPr>
              <a:t>JUNHO DE 2026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QUANTITATIVO MENSAL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POR VENDEDOR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Bete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FCE"/>
                </a:solidFill>
              </a:rPr>
              <a:t>R$ 49.016,80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37"/>
                </a:solidFill>
              </a:rPr>
              <a:t>3 empresas · 217 itens · 85% do total do mês na equipe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Daniel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FCE"/>
                </a:solidFill>
              </a:rPr>
              <a:t>R$ 4.720,94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37"/>
                </a:solidFill>
              </a:rPr>
              <a:t>3 empresas · 43 itens · 8% do total do mês na equipe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Ronan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FCE"/>
                </a:solidFill>
              </a:rPr>
              <a:t>R$ 1.977,23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37"/>
                </a:solidFill>
              </a:rPr>
              <a:t>6 empresas · 11 itens · 3% do total do mês na equipe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9BA5"/>
                </a:solidFill>
              </a:rPr>
              <a:t>QUANTITATIVO MENSAL — JUNHO DE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F37"/>
                </a:solidFill>
              </a:rPr>
              <a:t>Carlos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8FCE"/>
                </a:solidFill>
              </a:rPr>
              <a:t>R$ 1.655,17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F37"/>
                </a:solidFill>
              </a:rPr>
              <a:t>4 empresas · 4 itens · 3% do total do mês na equipe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A9BA5"/>
                </a:solidFill>
              </a:rPr>
              <a:t>FUNIL DE CONVERSÃO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F37"/>
                </a:solidFill>
              </a:rPr>
              <a:t>CRM — Julho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48640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3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LEADS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Recebido → Reunião Agendada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LEADS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Reunião Agendada → Convertido em Oportunidade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LEADS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Recebido → Oportunidade (geral)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NEGÓCIOS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Oportunidade → Proposta Enviada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NEGÓCIOS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Proposta Enviada → Aprovado Internamente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FINANCEIRO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Processo → Contrato Assinado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Ponta a ponta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→ Contrato Assinado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07782"/>
                </a:solidFill>
              </a:rPr>
              <a:t>1. PENDENTES ASSINATURA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96F00"/>
                </a:solidFill>
              </a:rPr>
              <a:t>12 empresas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82"/>
                </a:solidFill>
              </a:rPr>
              <a:t>R$ 9.065,10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7489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6F0FA"/>
                </a:solidFill>
              </a:rPr>
              <a:t>2. RESULTADOS 2026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14 empresas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F0FA"/>
                </a:solidFill>
              </a:rPr>
              <a:t>R$ 72.233,50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07782"/>
                </a:solidFill>
              </a:rPr>
              <a:t>3. POTENCIAL GERAL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8247"/>
                </a:solidFill>
              </a:rPr>
              <a:t>46 empresas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7782"/>
                </a:solidFill>
              </a:rPr>
              <a:t>R$ 120.233,10 · Confirmado + Pendentes + Resultados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2026-08-07T03:16:45Z</dcterms:created>
  <dcterms:modified xsi:type="dcterms:W3CDTF">2026-08-07T03:16:45Z</dcterms:modified>
</cp:coreProperties>
</file>