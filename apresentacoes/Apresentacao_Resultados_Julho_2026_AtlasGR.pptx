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5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Apresentação dos Resultados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E8DE"/>
                </a:solidFill>
              </a:rPr>
              <a:t>JULHO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5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 DE INDICADORES DO COMERCIAL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JULHO DE 2026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8A909A"/>
                </a:solidFill>
              </a:rPr>
              <a:t>META MENSAL DE JULHO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618"/>
                </a:solidFill>
              </a:rPr>
              <a:t>R$ 27.300,00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5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E8DE"/>
                </a:solidFill>
              </a:rPr>
              <a:t>VALOR DO MÊS DE JULHO (AJUSTADO)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R$ 38.934,50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8DE"/>
                </a:solidFill>
              </a:rPr>
              <a:t>Acompanhamento mensal Meta × Vendido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8A909A"/>
                </a:solidFill>
              </a:rPr>
              <a:t>SALDO DA META MENSAL DE JULHO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8A45"/>
                </a:solidFill>
              </a:rPr>
              <a:t>R$ 11.634,50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169"/>
                </a:solidFill>
              </a:rPr>
              <a:t>142,62% da meta atingida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09A"/>
                </a:solidFill>
              </a:rPr>
              <a:t>META × REALIZADO —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62B"/>
                </a:solidFill>
              </a:rPr>
              <a:t>Janeiro a Julho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31089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Mês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Meta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Realizado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% Meta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Janeiro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R$ 13.650,00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R$ 8.275,70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60,63%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Fevereiro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R$ 27.300,00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R$ 37.899,27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138,83%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Março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R$ 38.500,00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R$ 43.593,08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113,23%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Abril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R$ 27.300,00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R$ 2.450,75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8,98%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Maio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R$ 27.300,00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R$ 4.146,60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15,19%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Junho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R$ 27.300,00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R$ 15.725,70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57,60%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Julho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R$ 27.300,00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R$ 38.934,50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142,62%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5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E8DE"/>
                </a:solidFill>
              </a:rPr>
              <a:t>RESULTADO ACUMULADO 2026 — JAN A JUL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R$ 151.025,60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8DE"/>
                </a:solidFill>
              </a:rPr>
              <a:t>Meta: R$ 188.650,00 · 80,06% da meta · Saldo: R$ -37.624,40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09A"/>
                </a:solidFill>
              </a:rPr>
              <a:t>ORIGEM DOS CONTRATOS ASSINADOS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62B"/>
                </a:solidFill>
              </a:rPr>
              <a:t>Julho de 2026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Canal / Origem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Prospecção Ativa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R$ 35.058,70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Orgânico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R$ 2.933,00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SDR (Bárbara)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R$ 909,00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Indicação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R$ 33,80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R$ 38.934,50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09A"/>
                </a:solidFill>
              </a:rPr>
              <a:t>VALOR VENDIDO POR PRODUTO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62B"/>
                </a:solidFill>
              </a:rPr>
              <a:t>7 de 20 contratos assinados em julho (dados de produto disponíveis apenas para esse subconjunto no Julho.html)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  <a:gridCol w="15544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Vendedor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Profile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Analytics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Torre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Valdir Fernandes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R$ 21.050,45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R$ 607,50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R$ 21.657,95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Murilo Marques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R$ 992,50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R$ 1.489,80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R$ 2.482,30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Matheus Hernandes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R$ 555,90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R$ 609,80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R$ 1.165,70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R$ 22.598,85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R$ 2.707,10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R$ 0,00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R$ 25.305,95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9CCD0"/>
                </a:solidFill>
              </a:rPr>
              <a:t>JULHO DE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CLIENTES FECHADOS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POR RESPONSÁVEL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RESPONSÁVEL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Valdir Fernandes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618"/>
                </a:solidFill>
              </a:rPr>
              <a:t>9 clientes · R$ 25.710,20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Friocenter Pescados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Santouro Transportes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Agrolog Transportadora de Cargas em Geral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Similog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J.H de Freitas Santonelli Transportadora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Mega Vale Transportes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Miguel Ricardo Dal Negro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TRLOG Transportes e Logística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Similog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RESPONSÁVEL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Murilo Marques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618"/>
                </a:solidFill>
              </a:rPr>
              <a:t>7 clientes · R$ 11.773,60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Pactual Transporte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Riber Águias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Gordon And Smith Confecção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Protege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Das Neves Transportes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TR Ribas Ltda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Trift Transportes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RESPONSÁVEL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Matheus Hernandes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618"/>
                </a:solidFill>
              </a:rPr>
              <a:t>2 clientes · R$ 1.165,70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Transportes Biban Ltda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Hermans Indústria e Distribuição LTDA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RESPONSÁVEL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João Reis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618"/>
                </a:solidFill>
              </a:rPr>
              <a:t>1 cliente · R$ 180,00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Cerealista Malanski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RESPONSÁVEL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Milena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618"/>
                </a:solidFill>
              </a:rPr>
              <a:t>1 cliente · R$ 105,00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</a:rPr>
              <a:t>Thiago Mendonça da Silva Rodrigues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09A"/>
                </a:solidFill>
              </a:rPr>
              <a:t>FUNIL DE LEADS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62B"/>
                </a:solidFill>
              </a:rPr>
              <a:t>Vendedores e BDRs — Julho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28600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Vendedor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Recebidos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Reunião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Convertido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João Reis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Matheus Hernandes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Valdir Fernandes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Murilo Marques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MARCELO NASCIMENTO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9CCD0"/>
                </a:solidFill>
              </a:rPr>
              <a:t>JUNHO DE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QUANTITATIVO MENSAL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POR VENDEDOR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Murilo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618"/>
                </a:solidFill>
              </a:rPr>
              <a:t>R$ 22.097,30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8A45"/>
                </a:solidFill>
              </a:rPr>
              <a:t>Vendido em junho/2026 · 94% do total do mês na equipe · ▲ 2828% vs Maio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Valdir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618"/>
                </a:solidFill>
              </a:rPr>
              <a:t>R$ 1.200,80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32E"/>
                </a:solidFill>
              </a:rPr>
              <a:t>Vendido em junho/2026 · 5% do total do mês na equipe · ▼ 5% vs Maio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João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618"/>
                </a:solidFill>
              </a:rPr>
              <a:t>R$ 87,60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32E"/>
                </a:solidFill>
              </a:rPr>
              <a:t>Vendido em junho/2026 · 0% do total do mês na equipe · ▼ 38% vs Maio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09A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62B"/>
                </a:solidFill>
              </a:rPr>
              <a:t>Matheus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618"/>
                </a:solidFill>
              </a:rPr>
              <a:t>R$ 0,00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32E"/>
                </a:solidFill>
              </a:rPr>
              <a:t>Vendido em junho/2026 · 0% do total do mês na equipe · ▼ 100% vs Maio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8A909A"/>
                </a:solidFill>
              </a:rPr>
              <a:t>1. PENDENTES ASSINATURA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860A"/>
                </a:solidFill>
              </a:rPr>
              <a:t>12 empresas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169"/>
                </a:solidFill>
              </a:rPr>
              <a:t>R$ 9.065,10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5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E8DE"/>
                </a:solidFill>
              </a:rPr>
              <a:t>2. PIPELINE EM ABERTO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14 empresas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8DE"/>
                </a:solidFill>
              </a:rPr>
              <a:t>R$ 72.233,50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8A909A"/>
                </a:solidFill>
              </a:rPr>
              <a:t>3. POTENCIAL GERAL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8A45"/>
                </a:solidFill>
              </a:rPr>
              <a:t>46 empresas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169"/>
                </a:solidFill>
              </a:rPr>
              <a:t>R$ 120.233,10 · Fechados + Pendentes + Pipeline em Aberto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2026-08-07T03:16:41Z</dcterms:created>
  <dcterms:modified xsi:type="dcterms:W3CDTF">2026-08-07T03:16:41Z</dcterms:modified>
</cp:coreProperties>
</file>